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</a:rPr>
              <a:t>Design and Implementation of a Database Management System for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Campus Placement and Recruitment Drive Management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0972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Adarsh | 25WU0102293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[Member 2 name] | [Roll no.]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[Member 3 name] | [Roll no.]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8"/>
                </a:solidFill>
              </a:rPr>
              <a:t>Woxsen University | Project No. 22 | [Faculty name] | 2026-27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Problem: placement data lives in spreadsheets, emails and notice boards, leading to duplicate entries, missed eligibility checks and no single view of a drive.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Objective: one centralised MySQL database to manage students, companies, drives, job roles, applications, interview rounds and offers.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Scope: eligibility (CGPA, backlogs), application tracking, round-wise results, offer management, placement statistics.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Intended users: Training and Placement Cell, students, recruiters, department heads.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pic>
        <p:nvPicPr>
          <p:cNvPr id="5" name="Image 0" descr="/mnt/user-data/outputs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868680"/>
            <a:ext cx="67665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Normalization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department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dept_id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student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student_id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dept_id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company_id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placement_drive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drive_id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company_id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job_role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role_id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drive_id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application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application_id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student_id, role_id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interview_round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round_id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application_id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offer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offer_id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application_id (unique)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760720" y="9601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</a:rPr>
              <a:t>Normalization to 3NF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1NF: atomic values, every table has a key.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2NF: no partial dependency; non-key columns depend on the whole key (e.g. role details moved out of application).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3NF: no transitive dependency; department and company data stored once and referenced by FK.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Unique (student, role) blocks duplicate applications.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Creation: DDL and DML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5120640" cy="3566160"/>
          </a:xfrm>
          <a:prstGeom prst="rect">
            <a:avLst/>
          </a:prstGeom>
          <a:solidFill>
            <a:srgbClr val="F4F7FB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application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application_id INT AUTO_INCREMENT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role_id INT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applied_on DATE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ENUM('Applied','Shortlisted',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'Rejected','Selected') DEFAULT 'Applied',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(student_id, role_id),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(student_id) REFERENCES student(student_id)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 DELETE CASCADE,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(role_id) REFERENCES job_role(role_id)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 DELETE CASCADE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0584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8 tables with PK, FK, UNIQUE, CHECK, NOT NULL, DEFAULT and ENUM constraints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CHECK: cgpa 0 to 10, package &gt; 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5 to 9 sample records per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Full script: campus_placement.sql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 Joins and Aggregates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5303520" cy="1737360"/>
          </a:xfrm>
          <a:prstGeom prst="rect">
            <a:avLst/>
          </a:prstGeom>
          <a:solidFill>
            <a:srgbClr val="F4F7FB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c.company_name, COUNT(a.application_id) AS total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company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placement_drive pd ON pd.company_id = c.company_id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job_role jr ON jr.drive_id = pd.drive_id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application a ON a.role_id = jr.role_id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c.company_name ORDER BY total DESC;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960120"/>
          <a:ext cx="2834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Applications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TechNova Solutions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DataBridge Analytics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FinEdge Capital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Infracore Constructions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AutoMech Industries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2926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More queries: department-wise average package, highest/lowest/average package, eligible unplaced students per role, placement percentage (28.6%).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Flask web app connected to MySQL (mysql-connector-python)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Insert: add student, company, drive, application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Delete: remove an application or student, with cascade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View: tables with joins, eligibility and statistics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Each change is shown in MySQL Workbench / CLI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005840"/>
            <a:ext cx="374904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B8C4D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937760" y="100584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699"/>
                </a:solidFill>
              </a:rPr>
              <a:t>Insert screenshot of the running UI here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Enhancements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</a:rPr>
              <a:t>DBMS Course Project | Campus Placement and Recruitment Drive Management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A normalized (3NF) database that enforces eligibility, prevents duplicate applications and tracks every drive to the final offer.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Future: role-based login, resume upload, email notifications, analytics dashboard, trigger to auto-update student placement status.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GitHub: DBMS-Course-Project  |  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Placement and Recruitment Drive Management System</dc:title>
  <dc:subject>PptxGenJS Presentation</dc:subject>
  <dc:creator>PptxGenJS</dc:creator>
  <cp:lastModifiedBy>PptxGenJS</cp:lastModifiedBy>
  <cp:revision>1</cp:revision>
  <dcterms:created xsi:type="dcterms:W3CDTF">2026-10-06T06:02:39Z</dcterms:created>
  <dcterms:modified xsi:type="dcterms:W3CDTF">2026-10-06T06:02:39Z</dcterms:modified>
</cp:coreProperties>
</file>