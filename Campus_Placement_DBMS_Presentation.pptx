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432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8"/>
                </a:solidFill>
              </a:rPr>
              <a:t>Design and Implementation of a Database Management System for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Campus Placement and Recruitment Drive Management 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109728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Adarsh Tupsakri | 25WU0102293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Akshay </a:t>
            </a:r>
            <a:r>
              <a:rPr lang="en-US" sz="1400" dirty="0" err="1">
                <a:solidFill>
                  <a:srgbClr val="FFFFFF"/>
                </a:solidFill>
              </a:rPr>
              <a:t>Konatham</a:t>
            </a:r>
            <a:r>
              <a:rPr lang="en-US" sz="1400" dirty="0">
                <a:solidFill>
                  <a:srgbClr val="FFFFFF"/>
                </a:solidFill>
              </a:rPr>
              <a:t> | 25WU0101061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Akhil </a:t>
            </a:r>
            <a:r>
              <a:rPr lang="en-US" sz="1400" dirty="0" err="1">
                <a:solidFill>
                  <a:srgbClr val="FFFFFF"/>
                </a:solidFill>
              </a:rPr>
              <a:t>Uppula</a:t>
            </a:r>
            <a:r>
              <a:rPr lang="en-US" sz="1400" dirty="0">
                <a:solidFill>
                  <a:srgbClr val="FFFFFF"/>
                </a:solidFill>
              </a:rPr>
              <a:t> | 25WU0102295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8"/>
                </a:solidFill>
              </a:rPr>
              <a:t>Woxsen University | Project No. 22 | 2026-27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Description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Problem: placement data lives in spreadsheets, emails and notice boards, leading to duplicate entries, missed eligibility checks and no single view of a drive.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IN" sz="1600" dirty="0"/>
              <a:t>Objectives: Build one centralised MySQL database that stores students, companies, placement drives, job roles, applications, interview rounds and offers, with a web interface to add, delete and view student and application records.</a:t>
            </a:r>
            <a:r>
              <a:rPr lang="en-US" sz="1600" dirty="0">
                <a:solidFill>
                  <a:srgbClr val="1B2430"/>
                </a:solidFill>
              </a:rPr>
              <a:t>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Scope: eligibility (CGPA, backlogs), application tracking, round-wise results, offer management, placement statistics.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Intended users: Training and Placement Cell, students, recruiters, department heads.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pic>
        <p:nvPicPr>
          <p:cNvPr id="5" name="Image 0" descr="/mnt/user-data/outputs/er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88720" y="868680"/>
            <a:ext cx="676656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Schema and Normalization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312724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Primary key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Foreign keys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department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placement_drive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drive_id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job_role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role_id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drive_id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student_id, role_id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interview_round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round_id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offer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offer_id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 (unique)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760720" y="96012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</a:rPr>
              <a:t>Normalization to 3NF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1NF: atomic values, every table has a key.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2NF: no partial dependency; non-key columns depend on the whole key (e.g. role details moved out of application).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3NF: no transitive dependency; department and company data stored once and referenced by FK.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Unique (student, role) blocks duplicate applications.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Creation: DDL and DML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5120640" cy="3566160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application 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application_id INT AUTO_INCREMENT PRIMARY KEY,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student_id INT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role_id INT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applied_on DATE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ENUM('Applied','Shortlisted',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'Rejected','Selected') DEFAULT 'Applied',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UNIQUE (student_id, role_id),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(student_id) REFERENCES student(student_id)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(role_id) REFERENCES job_role(role_id)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00584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8 tables with PK, FK, UNIQUE, CHECK, NOT NULL, DEFAULT and ENUM constraints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CHECK: cgpa 0 to 10, package &gt; 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5 to 9 sample records per table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Full script: campus_placement.sql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Queries: Joins and Aggregates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5303520" cy="1737360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c.company_name, COUNT(a.application_id) AS total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company c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placement_drive pd ON pd.company_id = c.company_id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job_role jr ON jr.drive_id = pd.drive_id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application a ON a.role_id = jr.role_id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c.company_name ORDER BY total DESC;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960120"/>
          <a:ext cx="2834640" cy="15544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Applications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TechNova Solutions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DataBridge Analytics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FinEdge Capital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Infracore Constructions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AutoMech Industries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4"/>
          <p:cNvSpPr txBox="1"/>
          <p:nvPr/>
        </p:nvSpPr>
        <p:spPr>
          <a:xfrm>
            <a:off x="457200" y="292608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More queries: department-wise average package, highest/lowest/average package, eligible unplaced students per role, placement percentage (28.6%).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 Future Enhancements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A normalized (3NF) database that enforces eligibility, prevents duplicate applications and tracks every drive to the final offer.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Future: role-based login, resume upload, email notifications, analytics dashboard, trigger to auto-update student placement status.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GitHub: DBMS-Course-Project  |  Thank you.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702</Words>
  <Application>Microsoft Office PowerPoint</Application>
  <PresentationFormat>On-screen Show (16:9)</PresentationFormat>
  <Paragraphs>100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Placement and Recruitment Drive Management System</dc:title>
  <dc:subject>PptxGenJS Presentation</dc:subject>
  <dc:creator>PptxGenJS</dc:creator>
  <cp:lastModifiedBy>Adarsh Tupsakri</cp:lastModifiedBy>
  <cp:revision>3</cp:revision>
  <dcterms:created xsi:type="dcterms:W3CDTF">2026-10-06T06:02:39Z</dcterms:created>
  <dcterms:modified xsi:type="dcterms:W3CDTF">2026-10-06T07:47:24Z</dcterms:modified>
</cp:coreProperties>
</file>